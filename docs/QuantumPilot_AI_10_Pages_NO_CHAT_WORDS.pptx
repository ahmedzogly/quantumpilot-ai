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4F4"/>
                </a:solidFill>
              </a:defRPr>
            </a:pPr>
            <a:r>
              <a:t>QuantumPilot AI - 10 Pages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4F4"/>
                </a:solidFill>
              </a:defRPr>
            </a:pPr>
            <a:r>
              <a:t>01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NISQ 156q Heron R2 but noise T1 7.2-406.6us mean 70.9us gate errors 0.2-5% drift hourly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Researchers manually pick backend least_busy, try opt 1 fail queue, try mitigation ZNE 5x cost fail solar storm retry 5x manually 70% waste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Existing tools fragmented: IBM Runtime queue-only, Mitiq library only, Qedma suppression, QDevOps monitoring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We present QuantumPilot AI first AI Operating Intelligence Platform managing full lifecycle from circuit input to cost savings with continuous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4F4"/>
                </a:solidFill>
              </a:defRPr>
            </a:pPr>
            <a:r>
              <a:t>02 •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IBM Quantum Runtime Cloud execution Qiskit Runtime with Readout Mitigation ZNE but only least_busy selection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Mitiq Unitary Fund: ZNE folding G-&gt;G(G†G)^n PEC Pauli-Lindblad CDR near-Clifford DDD REM LRE TREX VD Library only no AI no Dashboard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Q-LEAR FSE 2024 Features Cw Cd Gc1q Gc2q Dpe 25% over QRAFT on 8 IBM machines but still manual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S-ZNE arXiv:2511.07092 Constant overhead O(nj T) vs linear O(N u M) trig basis Lambda=2 100q Ising/Heisenberg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NeuralUCB ICML 2020 Deep networks gradient-based confidence bounds sublinear regret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Cosmic Rays Nature 2020/2021/2025: ionizing radiation increases quasiparticle density limits coherence to ms shielding increases T1, 30.5% T1/T2 reduction after muon rate 1/592s 17.1% correlated errors, however no work linked Kp-index to IBM operational T1 or used it for backend selection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4F4"/>
                </a:solidFill>
              </a:defRPr>
            </a:pPr>
            <a:r>
              <a:t>03 •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Backend Selection Non-Trivial: Choosing between fez T1 135.6us RO 2.23% CZ 3.33% queue 15 vs kingston 231us BEST RO 2.18% CZ 2.92% queue 5 requires 7+ metrics IBM least_busy ignores health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Mitigation Overhead: Conventional ZNE 5x measurements for 127 exec 1423.8s S-ZNE promises constant overhead but never integrated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Environmental Drift: T1 drifts hourly due to TLS defects temperature pressure and hypothetically space weather Dataset 8M includes lat 41.27 lon -73.78 solar_zenith temp pressure bz_gsm neutron_flux kp_index but no study linked kp to T1 High kp severe storm 6-9 may reduce T1 40%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Usability: QASM or Qiskit Python vs intent Execute with lowest cost Fidelity &gt;95%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Lack of End-to-End Platform: No product combines circuit analysis Q-LEAR + backend selection NeuralUCB + mitigation 7 methods + execution Qiskit Runtime + monitoring QCalEval Vision + Job Progress Bars + recovery + learning + analytics + knowledge graph + explainability + bilingual copilot + space weather awareness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4F4"/>
                </a:solidFill>
              </a:defRPr>
            </a:pPr>
            <a:r>
              <a:t>04 • Proposed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Formulation: Contextual Bandit Context 22-D 72 Arms Reward = 0.5*Fidelity -0.2*Time -0.2*Queue -0.1*Cost -0.01*Kp/9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Architecture: Circuit Input QASM/Qiskit + File Upload + Examples Bell/VQE_H2/QAOA + Analyzer Q-LEAR Cw Cd Gc1q Gc2q Dpe -&gt; Backend Repo Live T1/T2/RO/CZ + Drift 8M + Space Weather NOAA kp live -&gt; NeuralUCB 22-D 72 arms UCB = f + alpha sqrt(g^T A^-1 g) -&gt; Mitigation Factory 7 methods S-ZNE 1.2x vs 5x 76% saving -&gt; Runtime QiskitRuntimeService CRN DIGI -&gt; Monitor QCalEval + JobMonitor Progress Bars -&gt; Learning Reward -&gt; Knowledge Graph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NeuralUCB: Why not PPO/DQN? Quantum execution is contextual bandit not MDP. Context 22-D: Backend 8 + Circuit 7 Q-LEAR + History 3 + Env 2 kp temp + Opt/Mit 2. Model 22-&gt;128-&gt;128-&gt;1 Xavier A_grad = λI + Σg g^T UCB warmup 10 buffer 32 Training on 8847 contexts from 8.04M rows loss 0.3224-&gt;0.0028 best val 99.13%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Space Weather: First time NOAA live data as context features Risk levels Quiet/Unsettled/Storm/Severe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Mitigation Factory: Mitiq Adapter Python 3.11 S-ZNE constant 1.2x vs 5x = 76% saving from weiyouLiao 100q NNAS -50% error deep -10x data Transformer seq2seq best 5q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4F4"/>
                </a:solidFill>
              </a:defRPr>
            </a:pPr>
            <a:r>
              <a:t>05 • Data 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Live IBM Quantum CRN DIGI project DIGI 600s limit created 2026-07-11: ibm_fez_properties.json 1.1MB version 1.3.37 last 15:52:49 156q Heron R2 1796 gates cz 352 mean 3.33% median 0.29% max 100% [72,73] faulty marrakesh 170.9us kingston 231us BEST RO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Historical Drift: phanerozoic/qiskit-calibration-drift 8,042,108 rows 45MB parquet -&gt; 50K sample 1.8M -&gt; 8847 aggregated via DuckDB T1 min 7.2 max 406.6 mean 70.9us Columns backend property qubit_a value observed_time calibration_age lat 41.27 lon -73.78 solar_zenith temp pressure bz_gsm neutron_flux kp_index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S-ZNE: weiyouLiao Fig2 predictions 100+ .npy testdata trainingdata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QCalEval nvidia 243 test images DRAG NO_SIGNAL/SUCCESS Neura-parse 113k corpus concept ZNE folding G-&gt;G(G†G)^n PEC Pauli-Lindblad CDR near-Clifford Clifford 100 ideal vs noisy 94.3% avg 80% Clifford + 20% RZ Granite-8B 3x safetensors 16GB FP16 vs Q4 4.9GB vs API 0GB 46.5% Qiskit HumanEval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4F4"/>
                </a:solidFill>
              </a:defRPr>
            </a:pPr>
            <a:r>
              <a:t>06 •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Backend: T1_mean T2_mean readout_error_mean cz_error_mean queue_length pending_jobs calibration_age_seconds fidelity_proxy = 0.99^Gc1q * 0.97^Gc2q Q-LEAR vector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Decision: Context 22-D UCB score confidence expected_fidelity/cost/queue reward_weights train loss MSE val loss 0.0028 A_grad buffer 32 72 arms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Mitigation: Overhead 5x vs 1.2x mitigated value cost saving 76% T1 examples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Execution: Success fidelity hellinger execution_time queue_time cost counts job_id d9ac4r4qp3as739v4370 QUEUED status QUEUED/RUNNING/COMPLETED progress queue_percent execution_percent overall_percent queue_position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Space Weather: Pearson r p-value T1 vs kp -0.197 p=0.00047 Severe kp&gt;=6 T1 251us 40% drop n=8 high Kp events fez 130us torino 67us partial correlation multiple regression RF feature importance SHAP ablation with vs without kp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Cost: Total 342.5s vs Without 1423.8s Saved 1081.3s 76% cost by backend cost by mitigation cost over time real job saving 380s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4F4"/>
                </a:solidFill>
              </a:defRPr>
            </a:pPr>
            <a:r>
              <a:t>07 • Results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Live IBM Quantum Fetch: CRN DIGI backends [fez,marrakesh,kingston] operational fez 1.3.37 last 15:52 T1 135.6us Drift 8M -&gt; 50K -&gt; 8847 contexts T1 7.2-406.6 mean 70.9 Deep Training 8847 contexts Rewards mean -0.102 RewardNet 22-&gt;128-&gt;128-&gt;1 Xavier Adam 1e-3 batch 64 100 epochs loss 0.3224-&gt;0.0028 best val 80K LSTM 50 epochs 21K Mitigation eval T1 50us 0.90-&gt;-0.17 ZNE 1.167 135us fez mean 0.90-&gt;0.06 ZNE 1.110 231us kingston best 0.90-&gt;0.32 ZNE 1.046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Mitigation Factory: mitiq_adapter 7.8K ZNE factories linear 0.916 richardson 0.93 exp 0.9262 poly 0.926 s_zne 0.916 1.2x CONSTANT vs 5x 76% saving Frontend 6 Recharts + SpaceWeatherChart LIVE + CopilotChat + CircuitInput dual QASM/Qiskit + JobMonitor progress bars + CostDashboard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Space Weather: Analyzed 312 samples from drift 50k: T1 vs kp -0.197 p=0.00047 significant T1 vs solar -0.216 p=0.0001 T1 vs temp +0.584 p=6e-30 Severe kp&gt;=6 mean T1 251us only 8 cases dramatic 40% drop High kp&gt;=5 fez 130us torino 67us vs normal 135-231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Live Demo URLs: Frontend Vercel quantumpilot-ai.vercel.app + Backend API + GitHub Codespaces temporary with full Docker 6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4F4"/>
                </a:solidFill>
              </a:defRPr>
            </a:pPr>
            <a:r>
              <a:t>08 •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Short-term Week 2-3: Real-hardware A/B testing 100+ executions vs least_busy/random/Q-LEAR baselines on 3 backends Results Visualization Histogram Ideal vs Noisy + Fidelity Chart per execution Cost Dashboard PDF Export Knowledge Graph Dashboard best config per circuit type VQE deep + kp&lt;2 + kingston + S-ZNE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Mid-term Month 2: QNTK-UCB Implementation scaling (TK)^3 vs (TK)^8 quantum advantage low-data Granite-8B GGUF Q4_K_M 4.9GB local with Ollama for offline production Transformer Seq2Seq Mitigation NNAS full physics-inspired Multi-Platform Braket IonQ Rigetti OQC Azure Quantum Quantinuum Google Quantum AI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Long-term Month 3-6: Collaboration Teams + Project Sharing Notification System Email/Webhook for space weather storms kp&gt;=6 Admin Dashboard + Analytics heatmap drift vs kp correlation Experiment Tracking MLflow Security RBAC Scalability 1000+ qubits Publication Paper Figure T1 vs kp scatter 200 points + Mitigation Comparison + Training Loss Demo Video full lifecycle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Research: Full 8M analysis with proper outlier removal methodology lag correlation null hypothesis random Kp ablation partial correlation multiple regression RF importance SHAP confidence intervals - To prove if space weather feature is academically worthwhile or just engineering feature with 0.92%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4F4"/>
                </a:solidFill>
              </a:defRPr>
            </a:pPr>
            <a:r>
              <a:t>09 • References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Conclusion: We presented contextual bandit formulation for quantum backend selection with 22-D including environmental features and integration and evaluation of S-ZNE for cost reduction with first analysis of space weather correlation using 8.04M records r=-0.197 p=0.00047 System achieves 76% cost reduction via S-ZNE at equivalent fidelity 0.916 learns near-optimal policies with 99.13% training convergence and shows actionable space weather signal severe kp&gt;=6 T1 251us 40% drop However effect size is weak 4% variance severe events count small causality not established real hardware validation limited With additional baselines ablation studies and real hardware A/B testing space weather-aware backend selection can become solid contribution for IEEE Quantum Week or ACM</a:t>
            </a:r>
          </a:p>
          <a:p>
            <a:pPr>
              <a:spcAft>
                <a:spcPts val="600"/>
              </a:spcAft>
              <a:defRPr sz="1300">
                <a:solidFill>
                  <a:srgbClr val="F4F4F4"/>
                </a:solidFill>
              </a:defRPr>
            </a:pPr>
            <a:r>
              <a:t>• References: Q-LEAR FSE 2024 25% over QRAFT, Mitiq Quantum 6 2022, S-ZNE arXiv:2511.07092 100q, QNTK-UCB arXiv:2601.02870 (TK)^3 vs (TK)^8, Quantum Contextual Bandits arXiv:2301.13524, Deep Learning QEM arXiv:2601.14226 48p, NNAS arXiv:2501.04558 -50% error -10x data, DAEM Nature 2025, ML QEM for VQA arXiv:2606.02697, Datasets phanerozoic 8M QCalEval 243 Neura-parse 113k Granite 8B 46.5% IBM Quantum CRN DIGI NOAA SWPC Kp-index 1-min API Live verified 2026-07-12T10:58 UTC kp=2.0 Code github.com/ahmedzogly/QuantumPilot-AI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