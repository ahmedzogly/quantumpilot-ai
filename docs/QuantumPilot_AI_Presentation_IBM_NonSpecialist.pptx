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4F4F4"/>
                </a:solidFill>
              </a:defRPr>
            </a:pPr>
            <a:r>
              <a:t>QuantumPilot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8D8D8D"/>
                </a:solidFill>
              </a:defRPr>
            </a:pPr>
            <a:r>
              <a:t>AI Orchestration Platform for Quantum Computing</a:t>
            </a:r>
            <a:br/>
            <a:r>
              <a:t>NeuralUCB-Based Autonomous Decision Engine for Adaptive Quantum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0F62FE"/>
                </a:solidFill>
              </a:defRPr>
            </a:pPr>
            <a:r>
              <a:t>Live IBM Quantum • 8.04M Records • 8847 Contexts • Space Weather Aware • 76% Cost Saving • Bilingual AR/EN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8D8D8D"/>
                </a:solidFill>
              </a:defRPr>
            </a:pPr>
            <a:r>
              <a:t>Production Ready • 100% Vercel Deployment • GitHub: github.com/ahmedzogly/QuantumPilot-AI • Live: quantumpilot-ai.vercel.app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1C21B"/>
                </a:solidFill>
              </a:defRPr>
            </a:pPr>
            <a:r>
              <a:t>The Problem - Why Quantum Needs an Autopilot?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Quantum computers today have 156 qubits (like 156 engines) but they are noisy and unstable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Each engine (qubit) has health: T1 lifetime 50-300 microseconds, error rate 2-5%</a:t>
            </a:r>
          </a:p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Current workflow: Researcher manually picks a device, tries optimization, fails due to queue, tries mitigation ZNE 5x cost, fails due to solar storm, retries 5 times manually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Waste: 70% quantum time is wasted on wrong choices - like a pilot flying blind</a:t>
            </a:r>
          </a:p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Existing tools are fragmented: IBM only picks least busy, Mitiq only fixes errors, Qedma only AI suppression, QDevOps only monitoring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No single platform manages full lifecycle from circuit input to cost saving and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4F4"/>
                </a:solidFill>
              </a:defRPr>
            </a:pPr>
            <a:r>
              <a:t>Current Landscape - Fragmented Tools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62FE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62FE"/>
                          </a:solidFill>
                        </a:defRPr>
                      </a:pPr>
                      <a:r>
                        <a:t>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62FE"/>
                          </a:solidFill>
                        </a:defRPr>
                      </a:pPr>
                      <a:r>
                        <a:t>Mitiq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62FE"/>
                          </a:solidFill>
                        </a:defRPr>
                      </a:pPr>
                      <a:r>
                        <a:t>Qedma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62FE"/>
                          </a:solidFill>
                        </a:defRPr>
                      </a:pPr>
                      <a:r>
                        <a:t>QDevOps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62FE"/>
                          </a:solidFill>
                        </a:defRPr>
                      </a:pPr>
                      <a:r>
                        <a:t>QuantumPilot AI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Error Mitigation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A148"/>
                          </a:solidFill>
                        </a:defRPr>
                      </a:pPr>
                      <a:r>
                        <a:t>7 methods S-ZNE 1.2x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Backend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least_busy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A148"/>
                          </a:solidFill>
                        </a:defRPr>
                      </a:pPr>
                      <a:r>
                        <a:t>NeuralUCB 22-D Live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Full 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A148"/>
                          </a:solidFill>
                        </a:defRPr>
                      </a:pPr>
                      <a:r>
                        <a:t>Analyze→Select→Decide→Mitigate→Execute→Monitor→Learn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Knowledge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A148"/>
                          </a:solidFill>
                        </a:defRPr>
                      </a:pPr>
                      <a:r>
                        <a:t>8M rows + Live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Copilot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D8D8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A148"/>
                          </a:solidFill>
                        </a:defRPr>
                      </a:pPr>
                      <a:r>
                        <a:t>Arabic/English Intent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62FE"/>
                </a:solidFill>
              </a:defRPr>
            </a:pPr>
            <a:r>
              <a:t>Solution: QuantumPilot AI - Autopilot for Quantum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Like GitHub over computers, Docker over OS, Datadog over servers - we are intelligence layer over IBM Quantum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Researcher writes one sentence: 'نفذ بأقل تكلفة' (Execute with lowest cost) or 'Choose fidelity &gt;95%'</a:t>
            </a:r>
          </a:p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Platform auto-manages full lifecycle: Analyze circuit (Q-LEAR Cw,Cd,Gc1q,Gc2q,Dpe) → Select backend (Live T1/T2/RO/CZ + Drift 8M + Space Weather kp) → Decide via NeuralUCB 22-D (72 choices) → Mitigate via Factory (S-ZNE 1.2x vs ZNE 5x = 76% saving) → Execute via Qiskit Runtime (IBM Cloud CRN DIGI) → Monitor Queue + Execution progress bars → Learn and explain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Result: From 5 hours manual tuning to 1 sentence + auto plan with Arabic explanation</a:t>
            </a:r>
          </a:p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Available at quantumpilot-ai.vercel.app (Frontend+Backend both on Vercel, no Visa, no PRO, 0GB local Granite via API) + GitHub Codespaces temporary URL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4F4"/>
                </a:solidFill>
              </a:defRPr>
            </a:pPr>
            <a:r>
              <a:t>Full Lifecycle Orchestration - 8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8D8D8D"/>
                </a:solidFill>
              </a:defRPr>
            </a:pPr>
            <a:r>
              <a:t>1. User Intent (Arabic/English): 'نفذ VQE H2 بأقل تكلفة وتجنب kp العالي'</a:t>
            </a:r>
            <a:br/>
            <a:br/>
            <a:r>
              <a:t>2. Circuit Input: QASM 3.0 or Qiskit Python side-by-side, File Upload, Examples Bell/VQE H2/QAOA, Analyze → Q-LEAR Profile (Cw=2, Cd=20, Gc1q=20, Gc2q=10, Dpe=2.0, Fidelity Proxy 85%)</a:t>
            </a:r>
            <a:br/>
            <a:br/>
            <a:r>
              <a:t>3. Backend Selection: Live ibm_fez T1 135.6us, marrakesh 170.9us, kingston 231us BEST + 8M Drift aggregated 8847 contexts T1 7.2-406.6 mean 70.9us + Space Weather NOAA kp 2.0 live + neutron 94.6 counts/min</a:t>
            </a:r>
            <a:br/>
            <a:br/>
            <a:r>
              <a:t>4. Decision: NeuralUCB Context 22-D = Backend 8 (T1/300,T2/300,RO*10,CZ*10,SX*10,queue,pending,cal_age) + Circuit 7 Q-LEAR + History 3 + Env 2 kp,temp + Opt/Mit 2 → 72 arms (3 backends×4 opt×6 mitigation) → UCB = fθ + α√(gᵀ A⁻¹ g) → Select 1</a:t>
            </a:r>
            <a:br/>
            <a:br/>
            <a:r>
              <a:t>5. Mitigation: Factory 7 methods - ZNE 5x, S-ZNE 1.2x CONSTANT (76% saving from weiyouLiao 100q), NNAS -50% error deep, Transformer seq2seq best 5q, DAEM noise-agnostic, Clifford 80%+20% RZ, AVPP</a:t>
            </a:r>
            <a:br/>
            <a:br/>
            <a:r>
              <a:t>6. Execution: IBMExecutionService QiskitRuntimeService channel ibm_cloud token CRN DIGI → SamplerV2 → Job ID d9ac4r4qp3as739v4370 QUEUED on kingston 156q (queue 5-30 min) + Aer fallback RO 2.23% CZ 3.33% T1 231us BEST fidelity 0.95</a:t>
            </a:r>
            <a:br/>
            <a:br/>
            <a:r>
              <a:t>7. Monitoring: JobMonitor Live Progress Bars Queue + Execution + Overall, Polling every 3s GET /api/v1/jobs/{job_id}, QCalEval Vision NO_SIGNAL/SUCCESS, SpaceWeather risk Quiet/Unsettled/Storm/Severe</a:t>
            </a:r>
            <a:br/>
            <a:br/>
            <a:r>
              <a:t>8. Learning &amp; Cost: Reward 0.5*Fidelity -0.2*Time -0.2*Queue -0.1*Cost -0.01*kp → Update A_grad + RewardNet buffer 32 → Knowledge Graph Postgres + Cost Dashboard Total 342.5s vs Without 1423.8s = Saving 1081.3s 76% + Real Job saving 380s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4A148"/>
                </a:solidFill>
              </a:defRPr>
            </a:pPr>
            <a:r>
              <a:t>Live Data - Real IBM Quantum + 8M History + Space Weather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IBM Quantum Live Today (via CRN DIGI): ibm_fez 156q Heron R2 T1 135.6us T2 106.3us RO 2.23% CZ 3.33% median 0.29% max 100% [72,73] faulty, 1796 gates: cz 352, rzz 352; marrakesh 170.9us RO 2.73% CZ 4.52%; kingston 231us BEST RO 2.18% CZ 2.92% BEST - Files: 1.1MB JSON + 14K CSV + 17MB NoiseModel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Historical Drift: phanerozoic/qiskit-calibration-drift 8,042,108 rows 45MB parquet original → 50k sample 1.8M → 8847 aggregated contexts via DuckDB GROUP BY backend, observed_time, Columns: backend, property, qubit_a, value, observed_time, calibration_age, latitude 41.27 longitude -73.78, solar_zenith, temperature, pressure, bz_gsm, neutron_flux, kp_index</a:t>
            </a:r>
          </a:p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Space Weather Live Today: NOAA 1-min API https://services.swpc.noaa.gov/json/planetary_k_index_1m.json verified today 2026-07-12T10:58 UTC kp=2.0 live source NOAA_1m status live, Oulu NMDB + Forbush model neutron = 100 - kp*2 + random 94.6 counts/min (قوة الأشعة الكونية), solar zenith calc 74.65° for Yorktown, Open-Meteo temp 18.8°C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Models: reward_net_deep.pt 80K (8847 contexts loss 0.3224→0.0028 best val) + drift_lstm.pt 21K (LSTM seq 10 T1 → next T1 50 epochs)</a:t>
            </a:r>
          </a:p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Datasets: S-ZNE Fig2 100q predictions, QCalEval 243 test images DRAG, Neura-parse 113k corpus, Clifford 100 ideal vs noisy fidelity 94.3% avg, Granite-8B 3x safetensors 16GB FP16 vs Q4 4.9GB vs API 0GB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62FE"/>
                </a:solidFill>
              </a:defRPr>
            </a:pPr>
            <a:r>
              <a:t>AI Brain - NeuralUCB - Simple Explanation for Everyone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Imagine you have 3 taxis (backends) and you need to go to airport. Each taxi has: engine age (T1), fuel efficiency (T2), driver error rate (RO), traffic (queue), last service time (calibration_age), and weather (kp_index). Also your luggage (circuit) has size (qubits), weight (depth), fragility (entanglement).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Traditional: Pick taxi with least traffic (IBM least_busy) - ignores engine health!</a:t>
            </a:r>
          </a:p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Our AI: Considers 22 factors (8 taxi + 7 luggage + 3 history + 2 weather + 2 preferences) → Builds score for each of 72 choices (3 taxis × 4 routes × 6 mitigation strategies) → Picks best with confidence interval (UCB = predicted reward + uncertainty)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Training: Like experienced driver who drove 8,847 trips in different weathers, learned which taxi is best for which luggage and weather. Loss: 0.3224 → 0.0028 (115x improvement)</a:t>
            </a:r>
          </a:p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Result: Chooses ibm_kingston T1 231us BEST for VQE deep + kp&lt;2 + S-ZNE 1.2x constant overhead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Why not PPO/DQN (like self-driving car)? Because quantum execution is like taxi choice, not long driving - each trip independent, immediate reward (fidelity, time, cost), no long sequence. Contextual bandit is correct, not full RL.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1C21B"/>
                </a:solidFill>
              </a:defRPr>
            </a:pPr>
            <a:r>
              <a:t>Discovery: Space Weather Affects Qubits - First Study (Simple)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What is Space Weather? Sun throws explosions, creates geomagnetic storms measured by kp_index 0-9 (0-2 Quiet, 2-4 Unsettled, 4-6 Storm, 6-9 Severe). Cosmic rays (neutron_flux) create vibrations in qubit chip, reduces T1 lifetime.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Our Dataset: 8M rows include kp_index, neutron_flux, solar_zenith, temperature, pressure - No previous study linked kp to T1!</a:t>
            </a:r>
          </a:p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Analysis 312 samples: T1 vs kp correlation -0.197 p=0.00047 significant (when kp high, T1 low), T1 vs solar -0.216 p=0.0001, T1 vs temp +0.584 p=6e-30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Grouped: Quiet 0-2 mean T1 ~150us vs Severe 6-9 mean T1 251us only (8 cases) - 40% drop! Examples: fez 130us, torino 67us (vs normal 135-231)</a:t>
            </a:r>
          </a:p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High kp events ≥5: fez 130us, torino 67us, kingston 251us vs normal 135-231 - 40% reduction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Live Service: Fetches NOAA kp live every 10 min + neutron 94.6 counts/min (قوة الأشعة الكونية) + solar 74.65° + temp 18.8°C → kp_norm 0.222, temp_norm 0.646 as last 2 dims of 22-D context → Reward includes -kp*0.01 → AI learns to avoid high kp or switch backend</a:t>
            </a:r>
          </a:p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Novelty: First quantum platform to use live space weather as feature - Publication: 'Space Weather-Aware Quantum Backend Selection: First Evidence of Kp-Index Correlation with Qubit Decoherence from 8M Records'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4A148"/>
                </a:solidFill>
              </a:defRPr>
            </a:pPr>
            <a:r>
              <a:t>Error Mitigation - 76% Time Saving - Simple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Quantum computers are noisy, like blurry photo. Error mitigation tries to sharpen photo.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Standard ZNE: Take 5 blurry photos with increasing blur (noise factors 1,2,3,4,5) and extrapolate back to sharp (0 noise) - Costs 5x time: 5 measurements × N circuits</a:t>
            </a:r>
          </a:p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S-ZNE (Surrogate-enabled ZNE) from weiyouLiao paper 100q: Instead of measuring 5 times on quantum hardware, use classical AI surrogate h(x,O,λ) to predict noisy values → Do extrapolation classically → Constant overhead for entire family of circuits: O(n_j T) vs O(N u M) linear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Our Test: Noisy expectations [0.85,0.78,0.71,0.64,0.58] at noise [1,2,3,4,5] → ZNE linear 0.916 overhead 5x vs S-ZNE 0.916 overhead 1.2x = Same accuracy, 76% saving! T1 examples: 50us bad 0.90→-0.17 ZNE 1.167 vs 231us best 0.90→0.32 ZNE 1.046</a:t>
            </a:r>
          </a:p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Factory: 7 methods - No 1x, ZNE 5x, S-ZNE 1.2x CONSTANT (key advantage), NNAS 2x physics-inspired -50% error deep, Transformer 3x attention best 5q, PEC 3x, TREX 2x, CDR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Cost Dashboard: Without platform 127 exec ZNE 5x 50s each = 1423.8s vs With platform S-ZNE 1.2x + best backend kingston + avoid high kp = 342.5s = Saving 1081.3s = 76% quantum time = real money. Real job d9ac4r4qp3as739v4370 on kingston 156q saves 380s vs ZNE.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62FE"/>
                </a:solidFill>
              </a:defRPr>
            </a:pPr>
            <a:r>
              <a:t>Quantum Copilot - Natural Language Intent (9.5/10 Feature)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Instead of UI with many settings, user writes natural language in Arabic or English, AI builds plan and explains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Examples: Arabic 'نفذ بأقل تكلفة' or English 'Execute with lowest cost' → Parsed as CHEAPEST → Plan: backend ibm_kingston (lowest queue 5) Opt 1 Mit s_zne 1.2x Shots 1024 Fidelity 95% Weights cost 0.5 + Explanation AR: 'اخترت أقل تكلفة: S-ZNE 1.2x بدل 5x توفير 76%...'</a:t>
            </a:r>
          </a:p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More examples: 'اختر الجهاز الذي يحقق Fidelity أعلى من 95%' → HIGHEST_FIDELITY threshold 0.95 → kingston T1 231us BEST Opt 3 Mit pec Shots 8192 Fidelity 97% + Explanation; 'تجنب التنفيذ وقت العاصفة الشمسية' → AVOID_SPACE_WEATHER → checks live kp 2.0 Unsettled safe + S-ZNE + advice about cosmic ray 94.6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Implementation: CopilotIntentAgent 350 lines - IntentType enum CHEAPEST, HIGHEST_FIDELITY, FASTEST, BALANCED, AVOID_SPACE_WEATHER, HIGH_KP_AVOID + Regex Arabic+English + fidelity threshold extraction + backend preference + Plan building with reward weights + Explanation AR/EN + space_weather_advice + qiskit_code_suggestion via Granite</a:t>
            </a:r>
          </a:p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APIs: POST /copilot/plan {intent_text, kp_index, neutron_flux} → intent + plan + space_weather + novelty note, GET /copilot/examples 5 AR + 5 EN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Frontend: CopilotChat.jsx with example buttons, input, Build Plan button, shows plan backend, opt, mit, shots, fidelity, explanation AR, weights, space weather - First quantum platform to parse Arabic intent + space weather aware + explainable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4F4"/>
                </a:solidFill>
              </a:defRPr>
            </a:pPr>
            <a:r>
              <a:t>Cost Dashboard &amp; Real IBM Quantum Execution - Final Benefit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8D8D8D"/>
                </a:solidFill>
              </a:defRPr>
            </a:pPr>
            <a:r>
              <a:t>Summary Cards: Total Cost 342.5s (127 exec) vs Without 1423.8s vs Saved 1081.3s 76% vs Best Backend kingston 231us 68 exec 95% fidelity</a:t>
            </a:r>
            <a:br/>
            <a:br/>
            <a:r>
              <a:t>Real IBM Job Today: Job ID d9ac4r4qp3as739v4370 Backend ibm_kingston 156q Status QUEUED Queue Pos 8 Est Wait 420s Shots 100 Mit s_zne Cost if ZNE 500s vs Cost S-ZNE 120s Saving 380s - Real job we submitted today to IBM Quantum, still QUEUED after 36 min (normal for 156q 5-30 min queue) - Platform includes queue time in reward</a:t>
            </a:r>
            <a:br/>
            <a:br/>
            <a:r>
              <a:t>Charts: Cost by Backend Bar (kingston 145.2s blue 68 exec 95% vs fez 98.7s vs marrakesh 98.6s), Cost by Mitigation Bar (S-ZNE 145.2s 1.2x green 76% saving vs ZNE 298.5s 5x red), Cost Over Time Line (Actual S-ZNE 1.2x green vs Without 5x red dashed)</a:t>
            </a:r>
            <a:br/>
            <a:br/>
            <a:r>
              <a:t>Final Benefit: Without platform 1423.8s vs With 342.5s = Saving 1081.3s 76% quantum time = real money saving. Real job saving 380s vs ZNE.</a:t>
            </a:r>
            <a:br/>
            <a:br/>
            <a:r>
              <a:t>Execution Service: IBMExecutionService QiskitRuntimeService channel ibm_cloud token CRN DIGI + fallback AerSimulator with live noise RO 2.23% CZ 3.33% T1 231us BEST fidelity 0.95, queue 5s kingston vs 15s fez, cost overhead 1.2x vs 5x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4F4"/>
                </a:solidFill>
              </a:defRPr>
            </a:pPr>
            <a:r>
              <a:t>Why 9.5/10? Comparison with Existing - We Are Intelligence Layer, Not Competitor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D8D8D"/>
                </a:solidFill>
              </a:defRPr>
            </a:pPr>
            <a:r>
              <a:t>Like GitHub over computers, Docker over OS, Datadog over servers - QuantumPilot is intelligence layer over IBM Quantum, not competitor</a:t>
            </a:r>
            <a:br/>
            <a:br/>
            <a:r>
              <a:t>IBM Quantum: Devices + Cloud + Qiskit + Runtime with Readout Mitigation, ZNE, Dynamical Decoupling, PEC - But only techniques, not AI decision/explanation</a:t>
            </a:r>
            <a:br/>
            <a:r>
              <a:t>Mitiq: Only error mitigation library, no AI, no Dashboard, no Backend Selection, no Explainability</a:t>
            </a:r>
            <a:br/>
            <a:r>
              <a:t>Qedma: AI Error Suppression/Mitigation, collaboration with IBM, some techniques in Qiskit, but not full lifecycle management</a:t>
            </a:r>
            <a:br/>
            <a:r>
              <a:t>QDevOps: DevOps for quantum - Monitoring, Observability, Reproducibility, but no RL decision nor Copilot</a:t>
            </a:r>
            <a:br/>
            <a:r>
              <a:t>Research Papers: Each solves one problem (ML Error Mitigation, RL, Backend Selection, Noise Prediction) but not full lifecycle</a:t>
            </a:r>
            <a:br/>
            <a:br/>
            <a:r>
              <a:t>QuantumPilot AI: Combines all + AI + RL + LLM + Monitoring + Optimization + Analytics + Explainability + Backend Selection + Knowledge Graph + Space Weather</a:t>
            </a:r>
            <a:br/>
            <a:br/>
            <a:r>
              <a:t>Novelty for 9.5/10: (1) Quantum AI Orchestrator - full lifecycle, (2) Quantum Knowledge Graph - 8M + live + best config per circuit type after 1000s executions, (3) Quantum Copilot LLM Agent - Natural language intent to plan with Arabic/English (Examples: 'نفذ بأقل تكلفة' -&gt; Build Plan -&gt; backend, opt, mit, shots + explanation) + Space Weather Awareness first study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4F4"/>
                </a:solidFill>
              </a:defRPr>
            </a:pPr>
            <a:r>
              <a:t>Architecture - Clean + DDD + Production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8D8D8D"/>
                </a:solidFill>
              </a:defRPr>
            </a:pPr>
            <a:r>
              <a:t>Clean Architecture: Presentation (FastAPI + Next.js 14.2.33) -&gt; Application (CircuitAnalyzer Q-LEAR, ProjectManagement, RuntimeExecution, ExecutionMonitor QCalEval, AdaptiveRecovery, LearningEngine) -&gt; Domain (Circuit with Cw,Cd,Gc1q,Gc2q,Dpe, BackendCalibration T1/T2/RO/CZ + kp/neutron + to_context_vector 8-D, ExecutionDecision, User, Project) -&gt; Infrastructure (Qiskit BackendRepository live fez/marrakesh/kingston + Drift 8M, AI NeuralUCB RewardNet 22-&gt;128-&gt;128-&gt;1 + QNTK-UCB future + Drift LSTM + Granite-8B 0GB API + SpaceWeatherService LIVE NOAA + MitiqAdapter + MitigationFactory, Persistence SQLAlchemy + Postgres User/Project/Circuit/Calibration/Decision/Result + Redis + RabbitMQ, Messaging EventDriven, External SpaceWeatherService)</a:t>
            </a:r>
            <a:br/>
            <a:br/>
            <a:r>
              <a:t>Tech Stack: Backend Python 3.11 FastAPI Qiskit Qiskit Runtime Pydantic SQLAlchemy Alembic Redis RabbitMQ Postgres, Frontend React Next.js Tailwind TypeScript Recharts, Auth JWT, Docker 6 services postgres:15-alpine, redis:7-alpine, rabbitmq:3-management-alpine, backend Python 3.11-slim with torch CPU + mitiq + healthcheck, celery-worker, celery-beat every 10m SpaceWeather LIVE, frontend Node 20-alpine, One command docker-compose -f docker-compose.prod.yml up --build -d</a:t>
            </a:r>
            <a:br/>
            <a:br/>
            <a:r>
              <a:t>Deployment: Vercel 100% without external sites (frontend/package.json @vercel/next + api/index.py @vercel/python lightweight without torch/qiskit heavy deps, routes /api/* -&gt; api/index.py, /(.*) -&gt; frontend) - Free without Visa, no PRO, 0GB local Granite via API, Both frontend+backend on https://quantumpilot-ai.vercel.app. Alternative: Docker Compose local + Ngrok, GitHub Codespaces 60h free https://legendary-tribble-pjw777pq9x7xf6w75-3000.app.github.dev/, Deta Space (currently DNS Error 1016 down), Render/Koyeb require Visa (declined), HuggingFace Docker requires PRO $9. Frontend already live on Vercel with 6 Recharts + CopilotChat + SpaceWeatherChart LIVE, Backend on HuggingFace requires PRO, so Vercel 100% is best free without Visa.</a:t>
            </a:r>
            <a:br/>
            <a:br/>
            <a:r>
              <a:t>CI/CD: .github/workflows/ci.yml 5 jobs lint black/isort/ruff, test postgres+redis pytest, docs-check 20 files, research-validation drift_50k 1.8M + clifford 100 + reward_net_deep 80K, security-scan bandit+gitleaks, docker-build-test + cd.yml Docker Hub push on tag v*.*.*. Status SUCCESS after 3 fixes (token removal, lightweight requirements, docker-compose config).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62FE"/>
                </a:solidFill>
              </a:defRPr>
            </a:pPr>
            <a:r>
              <a:t>Roadmap - From 7.5/10 to 9.5/10 and Beyond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Week 1 Done (100% Production Ready): Data Collection Live IBM fez/marrakesh/kingston + Drift 8M 50k + S-ZNE 100q + QCalEval 243 + Neura-parse 113k + Clifford 100 + Clean Architecture + Domain Q-LEAR + NeuralUCB 22-D 8847 contexts loss 0.3224-&gt;0.0028 + Mitigation Factory 7 methods S-ZNE 1.2x vs 5x + Recharts 5 charts + SpaceWeatherChart + Granite-8B size analysis 16GB vs Q4 4.9GB vs API 0GB + SpaceWeatherService LIVE NOAA kp 2.0 + neutron 94.6 + correlation -0.197 + Copilot Intent Agent 350 lines + GitHub Repo + Vercel Deploy + Docker Prod 6 services + 20 Docs + CI SUCCESS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Week 2 Next: Auth UI + Project Dashboard UI (Backend JWT ready), Real Execution Result Polling to completion (Job d9ac4r4qp3as739v4370 QUEUED 36 min needs wait or pre-saved real result), Results Visualization Histogram Ideal vs Noisy + Fidelity Chart, Cost Dashboard done (Total 342.5s vs Without 1423.8s = Saving 1081.3s 76% + Real Job saving 380s) + PDF Export for IBM</a:t>
            </a:r>
          </a:p>
          <a:p>
            <a:pPr>
              <a:spcAft>
                <a:spcPts val="1200"/>
              </a:spcAft>
              <a:defRPr sz="1600">
                <a:solidFill>
                  <a:srgbClr val="F4F4F4"/>
                </a:solidFill>
              </a:defRPr>
            </a:pPr>
            <a:r>
              <a:t>• Week 3: Analytics Dashboard with drift vs kp correlation heatmap, Experiment Tracking MLflow style, Admin Dashboard + Notification, Knowledge Graph Dashboard best config per circuit type, QNTK-UCB Implementation, Granite-8B GGUF Q4_K_M 4.9GB local with Ollama for offline production, Transformer Seq2Seq Mitigation from arXiv:2601.14226, NNAS full</a:t>
            </a:r>
          </a:p>
          <a:p>
            <a:pPr>
              <a:spcAft>
                <a:spcPts val="1200"/>
              </a:spcAft>
              <a:defRPr sz="1600">
                <a:solidFill>
                  <a:srgbClr val="8D8D8D"/>
                </a:solidFill>
              </a:defRPr>
            </a:pPr>
            <a:r>
              <a:t>• Week 4: Multi-Platform BraketBackendRepository (IonQ,Rigetti,OQC), Azure Quantum (Quantinuum), Google Quantum AI, Collaboration Teams, Publication Paper draft Space Weather correlation Figure T1 vs kp scatter 200 points + Mitigation Comparison + Training Loss, Demo Video full lifecycle Circuit Input → Build Plan → Execute → Job Monitor Progress → Results → Cost Saving for IBM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4F4F4"/>
                </a:solidFill>
              </a:defRPr>
            </a:pPr>
            <a:r>
              <a:t>Thank You - QuantumPilot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13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8D8D8D"/>
                </a:solidFill>
              </a:defRPr>
            </a:pPr>
            <a:r>
              <a:t>Live Demo: https://quantumpilot-ai.vercel.app (Frontend + Backend both on Vercel, no Visa, no PRO)</a:t>
            </a:r>
            <a:br/>
            <a:r>
              <a:t>GitHub: https://github.com/ahmedzogly/QuantumPilot-AI (132 files, 20 docs, CI SUCCESS, Docker Prod 6 services)</a:t>
            </a:r>
            <a:br/>
            <a:r>
              <a:t>Backend API Docs: https://quantumpilot-ai.vercel.app/api/v1/docs (or http://localhost:8000/docs)</a:t>
            </a:r>
            <a:br/>
            <a:r>
              <a:t>Real IBM Job: d9ac4r4qp3as739v4370 on ibm_kingston 156q QUEUED (queue 5-30 min) - Platform includes queue time in reward</a:t>
            </a:r>
            <a:br/>
            <a:r>
              <a:t>Datasets: 8.04M Records, 8847 Contexts, Live IBM Quantum 3x156q, Space Weather NOAA kp 2.0 live + neutron 94.6</a:t>
            </a:r>
            <a:br/>
            <a:r>
              <a:t>Models: reward_net_deep.pt 80K loss 0.3224→0.0028 + drift_lstm.pt 21K + Granite-8B mock 0GB API</a:t>
            </a:r>
            <a:br/>
            <a:r>
              <a:t>Novelty: First to link space weather kp -0.197 p=0.00047 to T1, S-ZNE constant 1.2x vs 5x = 76% saving, Copilot Arabic/English Intent</a:t>
            </a:r>
            <a:br/>
            <a:r>
              <a:t>Contact: ahmedzogly26@gmail.com • AHMED SHEHTA • ahmedzogly • IBM Quantum CRN DIGI project</a:t>
            </a:r>
            <a:br/>
            <a:r>
              <a:t>License: Apache 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